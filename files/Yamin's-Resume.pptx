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74" y="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07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77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78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95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09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93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9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789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269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92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555D17D-E86C-4290-8422-EA154C70BD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16-Dec-20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6366FBA-0077-4794-B57D-91576B3A7F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63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162300" cy="9906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9050" y="2995930"/>
            <a:ext cx="3219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3200" b="1" dirty="0" err="1" smtClean="0">
                <a:solidFill>
                  <a:srgbClr val="449BBB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Md</a:t>
            </a:r>
            <a:r>
              <a:rPr lang="en-US" sz="3200" b="1" dirty="0" smtClean="0">
                <a:solidFill>
                  <a:srgbClr val="449BBB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Yamin</a:t>
            </a:r>
            <a:endParaRPr lang="en-US" sz="3200" b="1" dirty="0">
              <a:solidFill>
                <a:srgbClr val="449BBB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71450" y="3981449"/>
            <a:ext cx="2800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Proficiency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573" y="4492496"/>
            <a:ext cx="151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 smtClean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Cyber Sec </a:t>
            </a:r>
            <a:endParaRPr lang="en-US" dirty="0">
              <a:solidFill>
                <a:prstClr val="whit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843722" y="4622532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065973" y="462226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288224" y="462226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510475" y="462226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2732726" y="462226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6540" y="4806414"/>
            <a:ext cx="132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 smtClean="0">
                <a:solidFill>
                  <a:prstClr val="white"/>
                </a:solidFill>
              </a:rPr>
              <a:t>Algorithms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843722" y="4957257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065973" y="4956989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2288224" y="4956989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510475" y="4956989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2732726" y="4956989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5266" y="5141139"/>
            <a:ext cx="1215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 smtClean="0">
                <a:solidFill>
                  <a:prstClr val="white"/>
                </a:solidFill>
              </a:rPr>
              <a:t>Linux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848798" y="5291982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2071049" y="529171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293300" y="529171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2515551" y="529171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737802" y="529171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626" y="5471269"/>
            <a:ext cx="145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MS</a:t>
            </a:r>
            <a:r>
              <a:rPr lang="en-US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Office</a:t>
            </a:r>
          </a:p>
        </p:txBody>
      </p:sp>
      <p:sp>
        <p:nvSpPr>
          <p:cNvPr id="28" name="Oval 27"/>
          <p:cNvSpPr/>
          <p:nvPr/>
        </p:nvSpPr>
        <p:spPr>
          <a:xfrm>
            <a:off x="1841178" y="5622112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63429" y="562184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285680" y="562184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507931" y="562184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730182" y="562184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-121603" y="5964674"/>
            <a:ext cx="2800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Professional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554189" y="6463923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>
                <a:solidFill>
                  <a:prstClr val="white"/>
                </a:solidFill>
              </a:rPr>
              <a:t>JavaScript</a:t>
            </a:r>
          </a:p>
        </p:txBody>
      </p:sp>
      <p:sp>
        <p:nvSpPr>
          <p:cNvPr id="35" name="Oval 34"/>
          <p:cNvSpPr/>
          <p:nvPr/>
        </p:nvSpPr>
        <p:spPr>
          <a:xfrm>
            <a:off x="1824989" y="6615282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47240" y="661501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2269491" y="661501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2491742" y="661501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2713993" y="661501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-359801" y="6798082"/>
            <a:ext cx="20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dirty="0" smtClean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</a:t>
            </a:r>
            <a:endParaRPr lang="en-US" dirty="0">
              <a:solidFill>
                <a:prstClr val="whit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824989" y="6950007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2047240" y="6949739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2269491" y="6949739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Oval 43"/>
          <p:cNvSpPr/>
          <p:nvPr/>
        </p:nvSpPr>
        <p:spPr>
          <a:xfrm>
            <a:off x="2491742" y="6949739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2713993" y="6949739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-682151" y="7134157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dirty="0" smtClean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C/C++</a:t>
            </a:r>
            <a:endParaRPr lang="en-US" dirty="0">
              <a:solidFill>
                <a:prstClr val="whit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830065" y="7284732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2052316" y="728446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2274567" y="728446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2496818" y="728446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2719069" y="7284464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-337828" y="7668510"/>
            <a:ext cx="2800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 Skills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-494038" y="8168275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 Work</a:t>
            </a:r>
          </a:p>
        </p:txBody>
      </p:sp>
      <p:sp>
        <p:nvSpPr>
          <p:cNvPr id="54" name="Oval 53"/>
          <p:cNvSpPr/>
          <p:nvPr/>
        </p:nvSpPr>
        <p:spPr>
          <a:xfrm>
            <a:off x="1837364" y="8319118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2059615" y="8318850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2281866" y="8318850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2504117" y="8318850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2726368" y="8318850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-224789" y="8499540"/>
            <a:ext cx="20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>
                <a:solidFill>
                  <a:prstClr val="white"/>
                </a:solidFill>
              </a:rPr>
              <a:t>Creativity</a:t>
            </a:r>
          </a:p>
        </p:txBody>
      </p:sp>
      <p:sp>
        <p:nvSpPr>
          <p:cNvPr id="60" name="Oval 59"/>
          <p:cNvSpPr/>
          <p:nvPr/>
        </p:nvSpPr>
        <p:spPr>
          <a:xfrm>
            <a:off x="1837364" y="8653843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2059615" y="8653575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281866" y="8653575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2504117" y="8653575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2726368" y="8653575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-473399" y="8837725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Networking</a:t>
            </a:r>
          </a:p>
        </p:txBody>
      </p:sp>
      <p:sp>
        <p:nvSpPr>
          <p:cNvPr id="66" name="Oval 65"/>
          <p:cNvSpPr/>
          <p:nvPr/>
        </p:nvSpPr>
        <p:spPr>
          <a:xfrm>
            <a:off x="1842440" y="8988568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2064691" y="8988300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286942" y="8988300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Oval 68"/>
          <p:cNvSpPr/>
          <p:nvPr/>
        </p:nvSpPr>
        <p:spPr>
          <a:xfrm>
            <a:off x="2509193" y="8988300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2731444" y="8988300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-503561" y="9197481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Leadership</a:t>
            </a:r>
          </a:p>
        </p:txBody>
      </p:sp>
      <p:sp>
        <p:nvSpPr>
          <p:cNvPr id="72" name="Oval 71"/>
          <p:cNvSpPr/>
          <p:nvPr/>
        </p:nvSpPr>
        <p:spPr>
          <a:xfrm>
            <a:off x="1850378" y="9348324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2072629" y="9348056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2294880" y="9348056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5" name="Oval 74"/>
          <p:cNvSpPr/>
          <p:nvPr/>
        </p:nvSpPr>
        <p:spPr>
          <a:xfrm>
            <a:off x="2517131" y="9348056"/>
            <a:ext cx="184150" cy="184150"/>
          </a:xfrm>
          <a:prstGeom prst="ellipse">
            <a:avLst/>
          </a:prstGeom>
          <a:solidFill>
            <a:srgbClr val="44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Oval 75"/>
          <p:cNvSpPr/>
          <p:nvPr/>
        </p:nvSpPr>
        <p:spPr>
          <a:xfrm>
            <a:off x="2739382" y="9348056"/>
            <a:ext cx="184150" cy="184150"/>
          </a:xfrm>
          <a:prstGeom prst="ellipse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495235" y="538544"/>
            <a:ext cx="148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dirty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About 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62300" y="208256"/>
            <a:ext cx="3695700" cy="2511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79" name="Oval 78"/>
          <p:cNvSpPr/>
          <p:nvPr/>
        </p:nvSpPr>
        <p:spPr>
          <a:xfrm>
            <a:off x="3363203" y="692150"/>
            <a:ext cx="169694" cy="16969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1" name="Straight Connector 80"/>
          <p:cNvCxnSpPr>
            <a:cxnSpLocks/>
          </p:cNvCxnSpPr>
          <p:nvPr/>
        </p:nvCxnSpPr>
        <p:spPr>
          <a:xfrm flipV="1">
            <a:off x="3384550" y="1007829"/>
            <a:ext cx="3319272" cy="0"/>
          </a:xfrm>
          <a:prstGeom prst="line">
            <a:avLst/>
          </a:prstGeom>
          <a:ln w="28575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506770" y="1833225"/>
            <a:ext cx="1483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dirty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Education</a:t>
            </a:r>
          </a:p>
        </p:txBody>
      </p:sp>
      <p:sp>
        <p:nvSpPr>
          <p:cNvPr id="83" name="Oval 82"/>
          <p:cNvSpPr/>
          <p:nvPr/>
        </p:nvSpPr>
        <p:spPr>
          <a:xfrm>
            <a:off x="3362247" y="1986830"/>
            <a:ext cx="169694" cy="16969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4" name="Straight Connector 83"/>
          <p:cNvCxnSpPr>
            <a:cxnSpLocks/>
          </p:cNvCxnSpPr>
          <p:nvPr/>
        </p:nvCxnSpPr>
        <p:spPr>
          <a:xfrm flipV="1">
            <a:off x="3405897" y="2294890"/>
            <a:ext cx="3319272" cy="0"/>
          </a:xfrm>
          <a:prstGeom prst="line">
            <a:avLst/>
          </a:prstGeom>
          <a:ln w="28575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520499" y="4545589"/>
            <a:ext cx="2080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Achievements</a:t>
            </a:r>
            <a:endParaRPr lang="en-US" sz="2400" b="1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3405897" y="4704275"/>
            <a:ext cx="169694" cy="16969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87" name="Straight Connector 86"/>
          <p:cNvCxnSpPr>
            <a:cxnSpLocks/>
          </p:cNvCxnSpPr>
          <p:nvPr/>
        </p:nvCxnSpPr>
        <p:spPr>
          <a:xfrm flipV="1">
            <a:off x="3384550" y="4966882"/>
            <a:ext cx="3319272" cy="0"/>
          </a:xfrm>
          <a:prstGeom prst="line">
            <a:avLst/>
          </a:prstGeom>
          <a:ln w="28575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396704" y="8198213"/>
            <a:ext cx="160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dirty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Contact</a:t>
            </a:r>
          </a:p>
        </p:txBody>
      </p:sp>
      <p:sp>
        <p:nvSpPr>
          <p:cNvPr id="89" name="Oval 88"/>
          <p:cNvSpPr/>
          <p:nvPr/>
        </p:nvSpPr>
        <p:spPr>
          <a:xfrm>
            <a:off x="3427244" y="8344199"/>
            <a:ext cx="169694" cy="16969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90" name="Straight Connector 89"/>
          <p:cNvCxnSpPr>
            <a:cxnSpLocks/>
          </p:cNvCxnSpPr>
          <p:nvPr/>
        </p:nvCxnSpPr>
        <p:spPr>
          <a:xfrm flipV="1">
            <a:off x="3448591" y="8659878"/>
            <a:ext cx="3319272" cy="0"/>
          </a:xfrm>
          <a:prstGeom prst="line">
            <a:avLst/>
          </a:prstGeom>
          <a:ln w="28575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3448591" y="8636813"/>
            <a:ext cx="629070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448591" y="9157914"/>
            <a:ext cx="629070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3448591" y="9478990"/>
            <a:ext cx="629070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4064960" y="8713013"/>
            <a:ext cx="2638861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1400" dirty="0" smtClean="0">
                <a:solidFill>
                  <a:srgbClr val="44546A">
                    <a:lumMod val="75000"/>
                  </a:srgbClr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mdyamin007@yahoo.vom</a:t>
            </a:r>
            <a:endParaRPr lang="en-US" sz="1400" dirty="0">
              <a:solidFill>
                <a:srgbClr val="44546A">
                  <a:lumMod val="75000"/>
                </a:srgbClr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4048919" y="9008191"/>
            <a:ext cx="1927518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1400" dirty="0" smtClean="0">
                <a:solidFill>
                  <a:srgbClr val="44546A">
                    <a:lumMod val="75000"/>
                  </a:srgbClr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+8801915395544</a:t>
            </a:r>
            <a:endParaRPr lang="en-US" sz="1400" dirty="0">
              <a:solidFill>
                <a:srgbClr val="44546A">
                  <a:lumMod val="75000"/>
                </a:srgbClr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4064961" y="9285676"/>
            <a:ext cx="1927518" cy="34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1400" dirty="0" err="1" smtClean="0">
                <a:solidFill>
                  <a:srgbClr val="44546A">
                    <a:lumMod val="75000"/>
                  </a:srgbClr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Jatrabari</a:t>
            </a:r>
            <a:r>
              <a:rPr lang="en-US" sz="1400" dirty="0" smtClean="0">
                <a:solidFill>
                  <a:srgbClr val="44546A">
                    <a:lumMod val="75000"/>
                  </a:srgbClr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Dhaka</a:t>
            </a:r>
            <a:endParaRPr lang="en-US" sz="1400" dirty="0">
              <a:solidFill>
                <a:srgbClr val="44546A">
                  <a:lumMod val="75000"/>
                </a:srgbClr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86915" y="1043896"/>
            <a:ext cx="3486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prstClr val="black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 am a person who is positive about every aspect of life. There are many things I would like to do, to see and to experience. I tend to be calm, confident and will make my presence felt whatever I do.</a:t>
            </a:r>
            <a:endParaRPr lang="en-US" sz="1200" dirty="0">
              <a:solidFill>
                <a:prstClr val="black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3776997" y="2452263"/>
            <a:ext cx="86558" cy="1020566"/>
            <a:chOff x="3776997" y="2513223"/>
            <a:chExt cx="86558" cy="1020566"/>
          </a:xfrm>
        </p:grpSpPr>
        <p:cxnSp>
          <p:nvCxnSpPr>
            <p:cNvPr id="108" name="Straight Connector 107"/>
            <p:cNvCxnSpPr>
              <a:cxnSpLocks/>
            </p:cNvCxnSpPr>
            <p:nvPr/>
          </p:nvCxnSpPr>
          <p:spPr>
            <a:xfrm flipH="1">
              <a:off x="3821165" y="2619389"/>
              <a:ext cx="0" cy="914400"/>
            </a:xfrm>
            <a:prstGeom prst="line">
              <a:avLst/>
            </a:prstGeom>
            <a:ln w="3175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/>
            <p:cNvSpPr/>
            <p:nvPr/>
          </p:nvSpPr>
          <p:spPr>
            <a:xfrm>
              <a:off x="3776997" y="2513223"/>
              <a:ext cx="86558" cy="8655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3876173" y="2307948"/>
            <a:ext cx="3094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 smtClean="0">
                <a:solidFill>
                  <a:srgbClr val="449BBB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BSc. Engineering (Pursuing)</a:t>
            </a:r>
            <a:endParaRPr lang="en-US" b="1" dirty="0">
              <a:solidFill>
                <a:srgbClr val="449BBB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879802" y="2569071"/>
            <a:ext cx="2824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Dhaka University of Engineering &amp; Technology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892908" y="2914558"/>
            <a:ext cx="187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err="1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Gazipur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3899847" y="3077243"/>
            <a:ext cx="3086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prstClr val="black"/>
                </a:solidFill>
                <a:latin typeface="Tw Cen MT" panose="020B0602020104020603" pitchFamily="34" charset="0"/>
              </a:rPr>
              <a:t>Department: CSE</a:t>
            </a:r>
          </a:p>
        </p:txBody>
      </p:sp>
      <p:grpSp>
        <p:nvGrpSpPr>
          <p:cNvPr id="126" name="Group 125"/>
          <p:cNvGrpSpPr/>
          <p:nvPr/>
        </p:nvGrpSpPr>
        <p:grpSpPr>
          <a:xfrm>
            <a:off x="3776997" y="3510178"/>
            <a:ext cx="86558" cy="1020566"/>
            <a:chOff x="3776997" y="2513223"/>
            <a:chExt cx="86558" cy="1020566"/>
          </a:xfrm>
        </p:grpSpPr>
        <p:cxnSp>
          <p:nvCxnSpPr>
            <p:cNvPr id="127" name="Straight Connector 126"/>
            <p:cNvCxnSpPr>
              <a:cxnSpLocks/>
            </p:cNvCxnSpPr>
            <p:nvPr/>
          </p:nvCxnSpPr>
          <p:spPr>
            <a:xfrm flipH="1">
              <a:off x="3821165" y="2619389"/>
              <a:ext cx="0" cy="914400"/>
            </a:xfrm>
            <a:prstGeom prst="line">
              <a:avLst/>
            </a:prstGeom>
            <a:ln w="3175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3776997" y="2513223"/>
              <a:ext cx="86558" cy="8655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29" name="TextBox 128"/>
          <p:cNvSpPr txBox="1"/>
          <p:nvPr/>
        </p:nvSpPr>
        <p:spPr>
          <a:xfrm>
            <a:off x="3868553" y="3377910"/>
            <a:ext cx="271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 smtClean="0">
                <a:solidFill>
                  <a:srgbClr val="449BBB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Diploma in Engineering</a:t>
            </a:r>
            <a:endParaRPr lang="en-US" b="1" dirty="0">
              <a:solidFill>
                <a:srgbClr val="449BBB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3879802" y="3616173"/>
            <a:ext cx="2520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err="1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Munshiganj</a:t>
            </a:r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Polytechnic Institute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3884734" y="3804807"/>
            <a:ext cx="187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err="1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Munshiganj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876173" y="3994106"/>
            <a:ext cx="3086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prstClr val="black"/>
                </a:solidFill>
                <a:latin typeface="Tw Cen MT" panose="020B0602020104020603" pitchFamily="34" charset="0"/>
              </a:rPr>
              <a:t>Department: Computer Technology</a:t>
            </a:r>
          </a:p>
          <a:p>
            <a:pPr defTabSz="457200"/>
            <a:r>
              <a:rPr lang="en-US" sz="1200" dirty="0" smtClean="0">
                <a:solidFill>
                  <a:prstClr val="black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CGPA: 3.51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247589" y="2336827"/>
            <a:ext cx="619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b="1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  <a:endParaRPr lang="en-US" sz="1400" b="1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3251548" y="3409062"/>
            <a:ext cx="619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 smtClean="0"/>
              <a:t>2017</a:t>
            </a:r>
            <a:endParaRPr lang="en-US" dirty="0"/>
          </a:p>
        </p:txBody>
      </p:sp>
      <p:grpSp>
        <p:nvGrpSpPr>
          <p:cNvPr id="135" name="Group 134"/>
          <p:cNvGrpSpPr/>
          <p:nvPr/>
        </p:nvGrpSpPr>
        <p:grpSpPr>
          <a:xfrm>
            <a:off x="3775271" y="5154894"/>
            <a:ext cx="86558" cy="586338"/>
            <a:chOff x="3776997" y="2513223"/>
            <a:chExt cx="86558" cy="1020566"/>
          </a:xfrm>
        </p:grpSpPr>
        <p:cxnSp>
          <p:nvCxnSpPr>
            <p:cNvPr id="136" name="Straight Connector 135"/>
            <p:cNvCxnSpPr>
              <a:cxnSpLocks/>
            </p:cNvCxnSpPr>
            <p:nvPr/>
          </p:nvCxnSpPr>
          <p:spPr>
            <a:xfrm flipH="1">
              <a:off x="3821165" y="2619389"/>
              <a:ext cx="0" cy="914400"/>
            </a:xfrm>
            <a:prstGeom prst="line">
              <a:avLst/>
            </a:prstGeom>
            <a:ln w="3175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/>
            <p:cNvSpPr/>
            <p:nvPr/>
          </p:nvSpPr>
          <p:spPr>
            <a:xfrm>
              <a:off x="3776997" y="2513223"/>
              <a:ext cx="86558" cy="8655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3874447" y="5033439"/>
            <a:ext cx="219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 smtClean="0">
                <a:solidFill>
                  <a:srgbClr val="449BBB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HULT Prize at DUET</a:t>
            </a:r>
            <a:endParaRPr lang="en-US" b="1" dirty="0">
              <a:solidFill>
                <a:srgbClr val="449BBB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3878076" y="5294562"/>
            <a:ext cx="187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1200" baseline="300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runner up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3890628" y="5467956"/>
            <a:ext cx="187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Team: DUET </a:t>
            </a:r>
            <a:r>
              <a:rPr lang="en-US" sz="1200" dirty="0" err="1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FoodRangers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42" name="Group 141"/>
          <p:cNvGrpSpPr/>
          <p:nvPr/>
        </p:nvGrpSpPr>
        <p:grpSpPr>
          <a:xfrm>
            <a:off x="3775271" y="5958809"/>
            <a:ext cx="86558" cy="546587"/>
            <a:chOff x="3776997" y="2513223"/>
            <a:chExt cx="86558" cy="1020566"/>
          </a:xfrm>
        </p:grpSpPr>
        <p:cxnSp>
          <p:nvCxnSpPr>
            <p:cNvPr id="143" name="Straight Connector 142"/>
            <p:cNvCxnSpPr>
              <a:cxnSpLocks/>
            </p:cNvCxnSpPr>
            <p:nvPr/>
          </p:nvCxnSpPr>
          <p:spPr>
            <a:xfrm flipH="1">
              <a:off x="3821165" y="2619389"/>
              <a:ext cx="0" cy="914400"/>
            </a:xfrm>
            <a:prstGeom prst="line">
              <a:avLst/>
            </a:prstGeom>
            <a:ln w="3175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Oval 143"/>
            <p:cNvSpPr/>
            <p:nvPr/>
          </p:nvSpPr>
          <p:spPr>
            <a:xfrm>
              <a:off x="3776997" y="2513223"/>
              <a:ext cx="86558" cy="8655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5" name="TextBox 144"/>
          <p:cNvSpPr txBox="1"/>
          <p:nvPr/>
        </p:nvSpPr>
        <p:spPr>
          <a:xfrm>
            <a:off x="3874447" y="5849401"/>
            <a:ext cx="252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449BBB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 smtClean="0"/>
              <a:t>DUET TECHFEST 2K19</a:t>
            </a:r>
            <a:endParaRPr lang="en-US" dirty="0"/>
          </a:p>
        </p:txBody>
      </p:sp>
      <p:sp>
        <p:nvSpPr>
          <p:cNvPr id="146" name="TextBox 145"/>
          <p:cNvSpPr txBox="1"/>
          <p:nvPr/>
        </p:nvSpPr>
        <p:spPr>
          <a:xfrm>
            <a:off x="3878076" y="6110524"/>
            <a:ext cx="187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1200" baseline="300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nd</a:t>
            </a:r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runner up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890628" y="6283918"/>
            <a:ext cx="187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 smtClean="0"/>
              <a:t>ICT Olympiad</a:t>
            </a:r>
            <a:endParaRPr lang="en-US" dirty="0"/>
          </a:p>
        </p:txBody>
      </p:sp>
      <p:sp>
        <p:nvSpPr>
          <p:cNvPr id="149" name="TextBox 148"/>
          <p:cNvSpPr txBox="1"/>
          <p:nvPr/>
        </p:nvSpPr>
        <p:spPr>
          <a:xfrm>
            <a:off x="3245863" y="5047078"/>
            <a:ext cx="619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 smtClean="0"/>
              <a:t>2020</a:t>
            </a:r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3249822" y="5834833"/>
            <a:ext cx="619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b="1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2019</a:t>
            </a:r>
            <a:endParaRPr lang="en-US" sz="1400" b="1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190" y="8779174"/>
            <a:ext cx="249764" cy="249764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546" y="9055913"/>
            <a:ext cx="255758" cy="255758"/>
          </a:xfrm>
          <a:prstGeom prst="rect">
            <a:avLst/>
          </a:prstGeom>
        </p:spPr>
      </p:pic>
      <p:pic>
        <p:nvPicPr>
          <p:cNvPr id="159" name="Picture 1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262" y="9351228"/>
            <a:ext cx="227692" cy="2276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2347" y="2646536"/>
            <a:ext cx="984893" cy="130805"/>
          </a:xfrm>
          <a:prstGeom prst="rect">
            <a:avLst/>
          </a:prstGeom>
          <a:solidFill>
            <a:srgbClr val="F9E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608932" y="6576466"/>
            <a:ext cx="2080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Projects</a:t>
            </a:r>
            <a:endParaRPr lang="en-US" sz="2400" b="1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3431297" y="6736275"/>
            <a:ext cx="169694" cy="16969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62" name="Straight Connector 161"/>
          <p:cNvCxnSpPr>
            <a:cxnSpLocks/>
          </p:cNvCxnSpPr>
          <p:nvPr/>
        </p:nvCxnSpPr>
        <p:spPr>
          <a:xfrm flipV="1">
            <a:off x="3409950" y="6998882"/>
            <a:ext cx="3319272" cy="0"/>
          </a:xfrm>
          <a:prstGeom prst="line">
            <a:avLst/>
          </a:prstGeom>
          <a:ln w="28575">
            <a:solidFill>
              <a:srgbClr val="5E5E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/>
          <p:cNvGrpSpPr/>
          <p:nvPr/>
        </p:nvGrpSpPr>
        <p:grpSpPr>
          <a:xfrm>
            <a:off x="3800671" y="7186894"/>
            <a:ext cx="86558" cy="1020566"/>
            <a:chOff x="3776997" y="2513223"/>
            <a:chExt cx="86558" cy="1020566"/>
          </a:xfrm>
        </p:grpSpPr>
        <p:cxnSp>
          <p:nvCxnSpPr>
            <p:cNvPr id="164" name="Straight Connector 163"/>
            <p:cNvCxnSpPr>
              <a:cxnSpLocks/>
            </p:cNvCxnSpPr>
            <p:nvPr/>
          </p:nvCxnSpPr>
          <p:spPr>
            <a:xfrm flipH="1">
              <a:off x="3821165" y="2619389"/>
              <a:ext cx="0" cy="914400"/>
            </a:xfrm>
            <a:prstGeom prst="line">
              <a:avLst/>
            </a:prstGeom>
            <a:ln w="3175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Oval 164"/>
            <p:cNvSpPr/>
            <p:nvPr/>
          </p:nvSpPr>
          <p:spPr>
            <a:xfrm>
              <a:off x="3776997" y="2513223"/>
              <a:ext cx="86558" cy="8655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66" name="TextBox 165"/>
          <p:cNvSpPr txBox="1"/>
          <p:nvPr/>
        </p:nvSpPr>
        <p:spPr>
          <a:xfrm>
            <a:off x="3899847" y="7065439"/>
            <a:ext cx="2198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 err="1" smtClean="0">
                <a:solidFill>
                  <a:srgbClr val="449BBB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eClassroom</a:t>
            </a:r>
            <a:endParaRPr lang="en-US" b="1" dirty="0">
              <a:solidFill>
                <a:srgbClr val="449BBB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903476" y="7326562"/>
            <a:ext cx="1872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 Designer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3916028" y="7499956"/>
            <a:ext cx="2787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200" dirty="0" smtClean="0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an android app where you can get your class routine and class materials easily.</a:t>
            </a:r>
            <a:endParaRPr lang="en-US" sz="1200" dirty="0">
              <a:solidFill>
                <a:srgbClr val="5E5E5E"/>
              </a:solidFill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3271263" y="7079078"/>
            <a:ext cx="619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5E5E5E"/>
                </a:solidFill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defTabSz="457200"/>
            <a:r>
              <a:rPr lang="en-US" dirty="0" smtClean="0"/>
              <a:t>2020</a:t>
            </a:r>
            <a:endParaRPr lang="en-US" dirty="0"/>
          </a:p>
        </p:txBody>
      </p:sp>
      <p:pic>
        <p:nvPicPr>
          <p:cNvPr id="171" name="Picture 17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1" t="5825" r="36267" b="66751"/>
          <a:stretch/>
        </p:blipFill>
        <p:spPr>
          <a:xfrm>
            <a:off x="215768" y="232665"/>
            <a:ext cx="2716474" cy="2716474"/>
          </a:xfrm>
          <a:custGeom>
            <a:avLst/>
            <a:gdLst>
              <a:gd name="connsiteX0" fmla="*/ 1358237 w 2716474"/>
              <a:gd name="connsiteY0" fmla="*/ 0 h 2716474"/>
              <a:gd name="connsiteX1" fmla="*/ 2716474 w 2716474"/>
              <a:gd name="connsiteY1" fmla="*/ 1358237 h 2716474"/>
              <a:gd name="connsiteX2" fmla="*/ 1358237 w 2716474"/>
              <a:gd name="connsiteY2" fmla="*/ 2716474 h 2716474"/>
              <a:gd name="connsiteX3" fmla="*/ 0 w 2716474"/>
              <a:gd name="connsiteY3" fmla="*/ 1358237 h 2716474"/>
              <a:gd name="connsiteX4" fmla="*/ 1358237 w 2716474"/>
              <a:gd name="connsiteY4" fmla="*/ 0 h 271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6474" h="2716474">
                <a:moveTo>
                  <a:pt x="1358237" y="0"/>
                </a:moveTo>
                <a:cubicBezTo>
                  <a:pt x="2108371" y="0"/>
                  <a:pt x="2716474" y="608103"/>
                  <a:pt x="2716474" y="1358237"/>
                </a:cubicBezTo>
                <a:cubicBezTo>
                  <a:pt x="2716474" y="2108371"/>
                  <a:pt x="2108371" y="2716474"/>
                  <a:pt x="1358237" y="2716474"/>
                </a:cubicBezTo>
                <a:cubicBezTo>
                  <a:pt x="608103" y="2716474"/>
                  <a:pt x="0" y="2108371"/>
                  <a:pt x="0" y="1358237"/>
                </a:cubicBezTo>
                <a:cubicBezTo>
                  <a:pt x="0" y="608103"/>
                  <a:pt x="608103" y="0"/>
                  <a:pt x="135823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181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155</Words>
  <Application>Microsoft Office PowerPoint</Application>
  <PresentationFormat>A4 Paper (210x297 mm)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Tw Cen MT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Yamin</dc:creator>
  <cp:lastModifiedBy>Md. Yamin</cp:lastModifiedBy>
  <cp:revision>6</cp:revision>
  <dcterms:created xsi:type="dcterms:W3CDTF">2020-12-16T04:03:02Z</dcterms:created>
  <dcterms:modified xsi:type="dcterms:W3CDTF">2020-12-16T04:54:53Z</dcterms:modified>
</cp:coreProperties>
</file>